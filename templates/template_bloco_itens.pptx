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3263" r:id="rId2"/>
    <p:sldId id="3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373737"/>
    <a:srgbClr val="000000"/>
    <a:srgbClr val="990000"/>
    <a:srgbClr val="560003"/>
    <a:srgbClr val="800000"/>
    <a:srgbClr val="FD3801"/>
    <a:srgbClr val="010101"/>
    <a:srgbClr val="FF7008"/>
    <a:srgbClr val="FF9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57" autoAdjust="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8D5921-F9D1-4B16-BCCC-2AC189AFEA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98724A-8B51-45A5-BCD3-193976C864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AA3A1-3520-4815-B6BA-F62037D60AF0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49F7E3-4CF6-45F0-8445-3AEC62C436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3DF8A-B95A-4FE9-9E35-02036C65A2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494C87-75EB-4168-A1BD-31422C17DA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9064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34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661A56-6C55-4E12-8C6C-AA0A95FDF5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3" t="12713" r="6875" b="10856"/>
          <a:stretch>
            <a:fillRect/>
          </a:stretch>
        </p:blipFill>
        <p:spPr>
          <a:xfrm>
            <a:off x="767220" y="871850"/>
            <a:ext cx="10586580" cy="5241653"/>
          </a:xfrm>
          <a:custGeom>
            <a:avLst/>
            <a:gdLst>
              <a:gd name="connsiteX0" fmla="*/ 0 w 10586580"/>
              <a:gd name="connsiteY0" fmla="*/ 0 h 5241653"/>
              <a:gd name="connsiteX1" fmla="*/ 10586580 w 10586580"/>
              <a:gd name="connsiteY1" fmla="*/ 0 h 5241653"/>
              <a:gd name="connsiteX2" fmla="*/ 10586580 w 10586580"/>
              <a:gd name="connsiteY2" fmla="*/ 5241653 h 5241653"/>
              <a:gd name="connsiteX3" fmla="*/ 0 w 10586580"/>
              <a:gd name="connsiteY3" fmla="*/ 5241653 h 524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86580" h="5241653">
                <a:moveTo>
                  <a:pt x="0" y="0"/>
                </a:moveTo>
                <a:lnTo>
                  <a:pt x="10586580" y="0"/>
                </a:lnTo>
                <a:lnTo>
                  <a:pt x="10586580" y="5241653"/>
                </a:lnTo>
                <a:lnTo>
                  <a:pt x="0" y="524165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7226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3E7A450-7A40-46FE-93AD-AC9AE129C9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61" t="11027" r="8116" b="11154"/>
          <a:stretch>
            <a:fillRect/>
          </a:stretch>
        </p:blipFill>
        <p:spPr>
          <a:xfrm>
            <a:off x="6688623" y="756262"/>
            <a:ext cx="4513931" cy="5336800"/>
          </a:xfrm>
          <a:custGeom>
            <a:avLst/>
            <a:gdLst>
              <a:gd name="connsiteX0" fmla="*/ 0 w 4513931"/>
              <a:gd name="connsiteY0" fmla="*/ 0 h 5336800"/>
              <a:gd name="connsiteX1" fmla="*/ 4513931 w 4513931"/>
              <a:gd name="connsiteY1" fmla="*/ 0 h 5336800"/>
              <a:gd name="connsiteX2" fmla="*/ 4513931 w 4513931"/>
              <a:gd name="connsiteY2" fmla="*/ 5336800 h 5336800"/>
              <a:gd name="connsiteX3" fmla="*/ 0 w 4513931"/>
              <a:gd name="connsiteY3" fmla="*/ 5336800 h 533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13931" h="5336800">
                <a:moveTo>
                  <a:pt x="0" y="0"/>
                </a:moveTo>
                <a:lnTo>
                  <a:pt x="4513931" y="0"/>
                </a:lnTo>
                <a:lnTo>
                  <a:pt x="4513931" y="5336800"/>
                </a:lnTo>
                <a:lnTo>
                  <a:pt x="0" y="53368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17447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90EAB1-6980-48BD-8282-C16DBCCE9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17" r="31668" b="66129"/>
          <a:stretch>
            <a:fillRect/>
          </a:stretch>
        </p:blipFill>
        <p:spPr>
          <a:xfrm>
            <a:off x="4074237" y="0"/>
            <a:ext cx="4256861" cy="2322898"/>
          </a:xfrm>
          <a:custGeom>
            <a:avLst/>
            <a:gdLst>
              <a:gd name="connsiteX0" fmla="*/ 0 w 4256861"/>
              <a:gd name="connsiteY0" fmla="*/ 0 h 2322898"/>
              <a:gd name="connsiteX1" fmla="*/ 4256861 w 4256861"/>
              <a:gd name="connsiteY1" fmla="*/ 0 h 2322898"/>
              <a:gd name="connsiteX2" fmla="*/ 4256861 w 4256861"/>
              <a:gd name="connsiteY2" fmla="*/ 2322898 h 2322898"/>
              <a:gd name="connsiteX3" fmla="*/ 0 w 4256861"/>
              <a:gd name="connsiteY3" fmla="*/ 2322898 h 232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6861" h="2322898">
                <a:moveTo>
                  <a:pt x="0" y="0"/>
                </a:moveTo>
                <a:lnTo>
                  <a:pt x="4256861" y="0"/>
                </a:lnTo>
                <a:lnTo>
                  <a:pt x="4256861" y="2322898"/>
                </a:lnTo>
                <a:lnTo>
                  <a:pt x="0" y="2322898"/>
                </a:ln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4125CF-7C51-453E-8F59-A6B9314A25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7" t="15255" r="69702" b="12334"/>
          <a:stretch>
            <a:fillRect/>
          </a:stretch>
        </p:blipFill>
        <p:spPr>
          <a:xfrm>
            <a:off x="956653" y="1046171"/>
            <a:ext cx="2737285" cy="4965938"/>
          </a:xfrm>
          <a:custGeom>
            <a:avLst/>
            <a:gdLst>
              <a:gd name="connsiteX0" fmla="*/ 0 w 2737285"/>
              <a:gd name="connsiteY0" fmla="*/ 0 h 4965938"/>
              <a:gd name="connsiteX1" fmla="*/ 2737285 w 2737285"/>
              <a:gd name="connsiteY1" fmla="*/ 0 h 4965938"/>
              <a:gd name="connsiteX2" fmla="*/ 2737285 w 2737285"/>
              <a:gd name="connsiteY2" fmla="*/ 4965938 h 4965938"/>
              <a:gd name="connsiteX3" fmla="*/ 0 w 2737285"/>
              <a:gd name="connsiteY3" fmla="*/ 4965938 h 4965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285" h="4965938">
                <a:moveTo>
                  <a:pt x="0" y="0"/>
                </a:moveTo>
                <a:lnTo>
                  <a:pt x="2737285" y="0"/>
                </a:lnTo>
                <a:lnTo>
                  <a:pt x="2737285" y="4965938"/>
                </a:lnTo>
                <a:lnTo>
                  <a:pt x="0" y="4965938"/>
                </a:lnTo>
                <a:close/>
              </a:path>
            </a:pathLst>
          </a:cu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995917-4310-4CA8-B7EF-005CF7D92B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08" t="15036" r="6797" b="17205"/>
          <a:stretch>
            <a:fillRect/>
          </a:stretch>
        </p:blipFill>
        <p:spPr>
          <a:xfrm>
            <a:off x="8754835" y="1031188"/>
            <a:ext cx="2608415" cy="4646902"/>
          </a:xfrm>
          <a:custGeom>
            <a:avLst/>
            <a:gdLst>
              <a:gd name="connsiteX0" fmla="*/ 0 w 2608415"/>
              <a:gd name="connsiteY0" fmla="*/ 0 h 4646902"/>
              <a:gd name="connsiteX1" fmla="*/ 2608415 w 2608415"/>
              <a:gd name="connsiteY1" fmla="*/ 0 h 4646902"/>
              <a:gd name="connsiteX2" fmla="*/ 2608415 w 2608415"/>
              <a:gd name="connsiteY2" fmla="*/ 4646902 h 4646902"/>
              <a:gd name="connsiteX3" fmla="*/ 0 w 2608415"/>
              <a:gd name="connsiteY3" fmla="*/ 4646902 h 4646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8415" h="4646902">
                <a:moveTo>
                  <a:pt x="0" y="0"/>
                </a:moveTo>
                <a:lnTo>
                  <a:pt x="2608415" y="0"/>
                </a:lnTo>
                <a:lnTo>
                  <a:pt x="2608415" y="4646902"/>
                </a:lnTo>
                <a:lnTo>
                  <a:pt x="0" y="464690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490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5A19E8-49BE-4B70-9F3D-195FA73D55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28" t="16307" r="40354" b="48615"/>
          <a:stretch>
            <a:fillRect/>
          </a:stretch>
        </p:blipFill>
        <p:spPr>
          <a:xfrm>
            <a:off x="3490363" y="1118332"/>
            <a:ext cx="3781731" cy="2405640"/>
          </a:xfrm>
          <a:custGeom>
            <a:avLst/>
            <a:gdLst>
              <a:gd name="connsiteX0" fmla="*/ 0 w 3781731"/>
              <a:gd name="connsiteY0" fmla="*/ 0 h 2405640"/>
              <a:gd name="connsiteX1" fmla="*/ 3781731 w 3781731"/>
              <a:gd name="connsiteY1" fmla="*/ 0 h 2405640"/>
              <a:gd name="connsiteX2" fmla="*/ 3781731 w 3781731"/>
              <a:gd name="connsiteY2" fmla="*/ 2405640 h 2405640"/>
              <a:gd name="connsiteX3" fmla="*/ 0 w 3781731"/>
              <a:gd name="connsiteY3" fmla="*/ 2405640 h 2405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81731" h="2405640">
                <a:moveTo>
                  <a:pt x="0" y="0"/>
                </a:moveTo>
                <a:lnTo>
                  <a:pt x="3781731" y="0"/>
                </a:lnTo>
                <a:lnTo>
                  <a:pt x="3781731" y="2405640"/>
                </a:lnTo>
                <a:lnTo>
                  <a:pt x="0" y="2405640"/>
                </a:ln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AA7C7A-6B4F-460B-A0E5-7B53B14F3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46" t="51450" r="9335" b="13472"/>
          <a:stretch>
            <a:fillRect/>
          </a:stretch>
        </p:blipFill>
        <p:spPr>
          <a:xfrm>
            <a:off x="7272094" y="3528425"/>
            <a:ext cx="3781731" cy="2405640"/>
          </a:xfrm>
          <a:custGeom>
            <a:avLst/>
            <a:gdLst>
              <a:gd name="connsiteX0" fmla="*/ 0 w 3781731"/>
              <a:gd name="connsiteY0" fmla="*/ 0 h 2405640"/>
              <a:gd name="connsiteX1" fmla="*/ 3781731 w 3781731"/>
              <a:gd name="connsiteY1" fmla="*/ 0 h 2405640"/>
              <a:gd name="connsiteX2" fmla="*/ 3781731 w 3781731"/>
              <a:gd name="connsiteY2" fmla="*/ 2405640 h 2405640"/>
              <a:gd name="connsiteX3" fmla="*/ 0 w 3781731"/>
              <a:gd name="connsiteY3" fmla="*/ 2405640 h 2405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81731" h="2405640">
                <a:moveTo>
                  <a:pt x="0" y="0"/>
                </a:moveTo>
                <a:lnTo>
                  <a:pt x="3781731" y="0"/>
                </a:lnTo>
                <a:lnTo>
                  <a:pt x="3781731" y="2405640"/>
                </a:lnTo>
                <a:lnTo>
                  <a:pt x="0" y="240564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44959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20481CD-9DE1-465E-B838-C0052F81BD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1" t="29888" r="72280" b="24280"/>
          <a:stretch>
            <a:fillRect/>
          </a:stretch>
        </p:blipFill>
        <p:spPr>
          <a:xfrm>
            <a:off x="1118108" y="2049709"/>
            <a:ext cx="2261575" cy="3143137"/>
          </a:xfrm>
          <a:custGeom>
            <a:avLst/>
            <a:gdLst>
              <a:gd name="connsiteX0" fmla="*/ 0 w 2261575"/>
              <a:gd name="connsiteY0" fmla="*/ 0 h 3143137"/>
              <a:gd name="connsiteX1" fmla="*/ 2261575 w 2261575"/>
              <a:gd name="connsiteY1" fmla="*/ 0 h 3143137"/>
              <a:gd name="connsiteX2" fmla="*/ 2261575 w 2261575"/>
              <a:gd name="connsiteY2" fmla="*/ 3143137 h 3143137"/>
              <a:gd name="connsiteX3" fmla="*/ 0 w 2261575"/>
              <a:gd name="connsiteY3" fmla="*/ 3143137 h 3143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575" h="3143137">
                <a:moveTo>
                  <a:pt x="0" y="0"/>
                </a:moveTo>
                <a:lnTo>
                  <a:pt x="2261575" y="0"/>
                </a:lnTo>
                <a:lnTo>
                  <a:pt x="2261575" y="3143137"/>
                </a:lnTo>
                <a:lnTo>
                  <a:pt x="0" y="3143137"/>
                </a:ln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28CF07-BD15-421B-9E03-125412109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5" t="29888" r="51416" b="24280"/>
          <a:stretch>
            <a:fillRect/>
          </a:stretch>
        </p:blipFill>
        <p:spPr>
          <a:xfrm>
            <a:off x="3661807" y="2049709"/>
            <a:ext cx="2261576" cy="3143137"/>
          </a:xfrm>
          <a:custGeom>
            <a:avLst/>
            <a:gdLst>
              <a:gd name="connsiteX0" fmla="*/ 0 w 2261576"/>
              <a:gd name="connsiteY0" fmla="*/ 0 h 3143137"/>
              <a:gd name="connsiteX1" fmla="*/ 2261576 w 2261576"/>
              <a:gd name="connsiteY1" fmla="*/ 0 h 3143137"/>
              <a:gd name="connsiteX2" fmla="*/ 2261576 w 2261576"/>
              <a:gd name="connsiteY2" fmla="*/ 3143137 h 3143137"/>
              <a:gd name="connsiteX3" fmla="*/ 0 w 2261576"/>
              <a:gd name="connsiteY3" fmla="*/ 3143137 h 3143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576" h="3143137">
                <a:moveTo>
                  <a:pt x="0" y="0"/>
                </a:moveTo>
                <a:lnTo>
                  <a:pt x="2261576" y="0"/>
                </a:lnTo>
                <a:lnTo>
                  <a:pt x="2261576" y="3143137"/>
                </a:lnTo>
                <a:lnTo>
                  <a:pt x="0" y="3143137"/>
                </a:lnTo>
                <a:close/>
              </a:path>
            </a:pathLst>
          </a:cu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8DF068-1EFC-4AFE-BB72-C2C481AEA7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98" t="35527" r="30552" b="17244"/>
          <a:stretch>
            <a:fillRect/>
          </a:stretch>
        </p:blipFill>
        <p:spPr>
          <a:xfrm>
            <a:off x="6205508" y="2436441"/>
            <a:ext cx="2261575" cy="3238999"/>
          </a:xfrm>
          <a:custGeom>
            <a:avLst/>
            <a:gdLst>
              <a:gd name="connsiteX0" fmla="*/ 0 w 2261575"/>
              <a:gd name="connsiteY0" fmla="*/ 0 h 3238999"/>
              <a:gd name="connsiteX1" fmla="*/ 2261575 w 2261575"/>
              <a:gd name="connsiteY1" fmla="*/ 0 h 3238999"/>
              <a:gd name="connsiteX2" fmla="*/ 2261575 w 2261575"/>
              <a:gd name="connsiteY2" fmla="*/ 3238999 h 3238999"/>
              <a:gd name="connsiteX3" fmla="*/ 0 w 2261575"/>
              <a:gd name="connsiteY3" fmla="*/ 3238999 h 3238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575" h="3238999">
                <a:moveTo>
                  <a:pt x="0" y="0"/>
                </a:moveTo>
                <a:lnTo>
                  <a:pt x="2261575" y="0"/>
                </a:lnTo>
                <a:lnTo>
                  <a:pt x="2261575" y="3238999"/>
                </a:lnTo>
                <a:lnTo>
                  <a:pt x="0" y="3238999"/>
                </a:lnTo>
                <a:close/>
              </a:path>
            </a:pathLst>
          </a:cu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B9E6D8-A509-40A9-8779-83C6C2A21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62" t="29514" r="9688" b="24654"/>
          <a:stretch>
            <a:fillRect/>
          </a:stretch>
        </p:blipFill>
        <p:spPr>
          <a:xfrm>
            <a:off x="8749209" y="2024060"/>
            <a:ext cx="2261575" cy="3143137"/>
          </a:xfrm>
          <a:custGeom>
            <a:avLst/>
            <a:gdLst>
              <a:gd name="connsiteX0" fmla="*/ 0 w 2261575"/>
              <a:gd name="connsiteY0" fmla="*/ 0 h 3143137"/>
              <a:gd name="connsiteX1" fmla="*/ 2261575 w 2261575"/>
              <a:gd name="connsiteY1" fmla="*/ 0 h 3143137"/>
              <a:gd name="connsiteX2" fmla="*/ 2261575 w 2261575"/>
              <a:gd name="connsiteY2" fmla="*/ 3143137 h 3143137"/>
              <a:gd name="connsiteX3" fmla="*/ 0 w 2261575"/>
              <a:gd name="connsiteY3" fmla="*/ 3143137 h 3143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575" h="3143137">
                <a:moveTo>
                  <a:pt x="0" y="0"/>
                </a:moveTo>
                <a:lnTo>
                  <a:pt x="2261575" y="0"/>
                </a:lnTo>
                <a:lnTo>
                  <a:pt x="2261575" y="3143137"/>
                </a:lnTo>
                <a:lnTo>
                  <a:pt x="0" y="31431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6198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FFF99F-3433-447F-8AC9-2F18B6A4BB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46" t="16702" r="58170" b="24476"/>
          <a:stretch>
            <a:fillRect/>
          </a:stretch>
        </p:blipFill>
        <p:spPr>
          <a:xfrm>
            <a:off x="2895121" y="1145412"/>
            <a:ext cx="2204768" cy="4034054"/>
          </a:xfrm>
          <a:custGeom>
            <a:avLst/>
            <a:gdLst>
              <a:gd name="connsiteX0" fmla="*/ 0 w 2204768"/>
              <a:gd name="connsiteY0" fmla="*/ 0 h 4034054"/>
              <a:gd name="connsiteX1" fmla="*/ 2204768 w 2204768"/>
              <a:gd name="connsiteY1" fmla="*/ 0 h 4034054"/>
              <a:gd name="connsiteX2" fmla="*/ 2204768 w 2204768"/>
              <a:gd name="connsiteY2" fmla="*/ 4034054 h 4034054"/>
              <a:gd name="connsiteX3" fmla="*/ 0 w 2204768"/>
              <a:gd name="connsiteY3" fmla="*/ 4034054 h 4034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4768" h="4034054">
                <a:moveTo>
                  <a:pt x="0" y="0"/>
                </a:moveTo>
                <a:lnTo>
                  <a:pt x="2204768" y="0"/>
                </a:lnTo>
                <a:lnTo>
                  <a:pt x="2204768" y="4034054"/>
                </a:lnTo>
                <a:lnTo>
                  <a:pt x="0" y="4034054"/>
                </a:ln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EC24D0-2953-4050-BC48-13101F5207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77" t="49714" r="15346" b="14091"/>
          <a:stretch>
            <a:fillRect/>
          </a:stretch>
        </p:blipFill>
        <p:spPr>
          <a:xfrm>
            <a:off x="5800609" y="3409404"/>
            <a:ext cx="4520399" cy="2482262"/>
          </a:xfrm>
          <a:custGeom>
            <a:avLst/>
            <a:gdLst>
              <a:gd name="connsiteX0" fmla="*/ 0 w 4520399"/>
              <a:gd name="connsiteY0" fmla="*/ 0 h 2482262"/>
              <a:gd name="connsiteX1" fmla="*/ 4520399 w 4520399"/>
              <a:gd name="connsiteY1" fmla="*/ 0 h 2482262"/>
              <a:gd name="connsiteX2" fmla="*/ 4520399 w 4520399"/>
              <a:gd name="connsiteY2" fmla="*/ 2482262 h 2482262"/>
              <a:gd name="connsiteX3" fmla="*/ 0 w 4520399"/>
              <a:gd name="connsiteY3" fmla="*/ 2482262 h 2482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0399" h="2482262">
                <a:moveTo>
                  <a:pt x="0" y="0"/>
                </a:moveTo>
                <a:lnTo>
                  <a:pt x="4520399" y="0"/>
                </a:lnTo>
                <a:lnTo>
                  <a:pt x="4520399" y="2482262"/>
                </a:lnTo>
                <a:lnTo>
                  <a:pt x="0" y="248226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91090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8CD3AE-6228-4645-8E4D-CC33575FD8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02" r="46746" b="40057"/>
          <a:stretch>
            <a:fillRect/>
          </a:stretch>
        </p:blipFill>
        <p:spPr>
          <a:xfrm>
            <a:off x="3755423" y="0"/>
            <a:ext cx="2737285" cy="4110920"/>
          </a:xfrm>
          <a:custGeom>
            <a:avLst/>
            <a:gdLst>
              <a:gd name="connsiteX0" fmla="*/ 0 w 2737285"/>
              <a:gd name="connsiteY0" fmla="*/ 0 h 4110920"/>
              <a:gd name="connsiteX1" fmla="*/ 2737285 w 2737285"/>
              <a:gd name="connsiteY1" fmla="*/ 0 h 4110920"/>
              <a:gd name="connsiteX2" fmla="*/ 2737285 w 2737285"/>
              <a:gd name="connsiteY2" fmla="*/ 4110920 h 4110920"/>
              <a:gd name="connsiteX3" fmla="*/ 0 w 2737285"/>
              <a:gd name="connsiteY3" fmla="*/ 4110920 h 4110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285" h="4110920">
                <a:moveTo>
                  <a:pt x="0" y="0"/>
                </a:moveTo>
                <a:lnTo>
                  <a:pt x="2737285" y="0"/>
                </a:lnTo>
                <a:lnTo>
                  <a:pt x="2737285" y="4110920"/>
                </a:lnTo>
                <a:lnTo>
                  <a:pt x="0" y="4110920"/>
                </a:ln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27A8BD-0F90-4421-B847-2CABC34CC1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2" t="39292" r="71372" b="10346"/>
          <a:stretch>
            <a:fillRect/>
          </a:stretch>
        </p:blipFill>
        <p:spPr>
          <a:xfrm>
            <a:off x="859813" y="2694651"/>
            <a:ext cx="2630549" cy="3453821"/>
          </a:xfrm>
          <a:custGeom>
            <a:avLst/>
            <a:gdLst>
              <a:gd name="connsiteX0" fmla="*/ 0 w 2630549"/>
              <a:gd name="connsiteY0" fmla="*/ 0 h 3453821"/>
              <a:gd name="connsiteX1" fmla="*/ 2630549 w 2630549"/>
              <a:gd name="connsiteY1" fmla="*/ 0 h 3453821"/>
              <a:gd name="connsiteX2" fmla="*/ 2630549 w 2630549"/>
              <a:gd name="connsiteY2" fmla="*/ 3453821 h 3453821"/>
              <a:gd name="connsiteX3" fmla="*/ 0 w 2630549"/>
              <a:gd name="connsiteY3" fmla="*/ 3453821 h 345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549" h="3453821">
                <a:moveTo>
                  <a:pt x="0" y="0"/>
                </a:moveTo>
                <a:lnTo>
                  <a:pt x="2630549" y="0"/>
                </a:lnTo>
                <a:lnTo>
                  <a:pt x="2630549" y="3453821"/>
                </a:lnTo>
                <a:lnTo>
                  <a:pt x="0" y="34538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8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485D9AB-D5D4-45D1-817C-AA39F4586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5" t="12471" r="63626" b="57793"/>
          <a:stretch>
            <a:fillRect/>
          </a:stretch>
        </p:blipFill>
        <p:spPr>
          <a:xfrm>
            <a:off x="833316" y="855228"/>
            <a:ext cx="3601398" cy="2039322"/>
          </a:xfrm>
          <a:custGeom>
            <a:avLst/>
            <a:gdLst>
              <a:gd name="connsiteX0" fmla="*/ 0 w 3601398"/>
              <a:gd name="connsiteY0" fmla="*/ 0 h 2039322"/>
              <a:gd name="connsiteX1" fmla="*/ 3601398 w 3601398"/>
              <a:gd name="connsiteY1" fmla="*/ 0 h 2039322"/>
              <a:gd name="connsiteX2" fmla="*/ 3601398 w 3601398"/>
              <a:gd name="connsiteY2" fmla="*/ 2039322 h 2039322"/>
              <a:gd name="connsiteX3" fmla="*/ 0 w 3601398"/>
              <a:gd name="connsiteY3" fmla="*/ 2039322 h 2039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1398" h="2039322">
                <a:moveTo>
                  <a:pt x="0" y="0"/>
                </a:moveTo>
                <a:lnTo>
                  <a:pt x="3601398" y="0"/>
                </a:lnTo>
                <a:lnTo>
                  <a:pt x="3601398" y="2039322"/>
                </a:lnTo>
                <a:lnTo>
                  <a:pt x="0" y="2039322"/>
                </a:lnTo>
                <a:close/>
              </a:path>
            </a:pathLst>
          </a:cu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630DFB-9E47-4150-AD25-23992F58B8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07" t="45079" r="6835" b="12471"/>
          <a:stretch>
            <a:fillRect/>
          </a:stretch>
        </p:blipFill>
        <p:spPr>
          <a:xfrm>
            <a:off x="5560384" y="3091492"/>
            <a:ext cx="5798301" cy="2911280"/>
          </a:xfrm>
          <a:custGeom>
            <a:avLst/>
            <a:gdLst>
              <a:gd name="connsiteX0" fmla="*/ 0 w 5798301"/>
              <a:gd name="connsiteY0" fmla="*/ 0 h 2911280"/>
              <a:gd name="connsiteX1" fmla="*/ 5798301 w 5798301"/>
              <a:gd name="connsiteY1" fmla="*/ 0 h 2911280"/>
              <a:gd name="connsiteX2" fmla="*/ 5798301 w 5798301"/>
              <a:gd name="connsiteY2" fmla="*/ 2911280 h 2911280"/>
              <a:gd name="connsiteX3" fmla="*/ 0 w 5798301"/>
              <a:gd name="connsiteY3" fmla="*/ 2911280 h 291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8301" h="2911280">
                <a:moveTo>
                  <a:pt x="0" y="0"/>
                </a:moveTo>
                <a:lnTo>
                  <a:pt x="5798301" y="0"/>
                </a:lnTo>
                <a:lnTo>
                  <a:pt x="5798301" y="2911280"/>
                </a:lnTo>
                <a:lnTo>
                  <a:pt x="0" y="2911280"/>
                </a:lnTo>
                <a:close/>
              </a:path>
            </a:pathLst>
          </a:cu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0CDD78E-6515-427C-B947-C381F3C012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92" t="12471" r="32369" b="57793"/>
          <a:stretch>
            <a:fillRect/>
          </a:stretch>
        </p:blipFill>
        <p:spPr>
          <a:xfrm>
            <a:off x="4644139" y="855228"/>
            <a:ext cx="3601398" cy="2039322"/>
          </a:xfrm>
          <a:custGeom>
            <a:avLst/>
            <a:gdLst>
              <a:gd name="connsiteX0" fmla="*/ 0 w 3601398"/>
              <a:gd name="connsiteY0" fmla="*/ 0 h 2039322"/>
              <a:gd name="connsiteX1" fmla="*/ 3601398 w 3601398"/>
              <a:gd name="connsiteY1" fmla="*/ 0 h 2039322"/>
              <a:gd name="connsiteX2" fmla="*/ 3601398 w 3601398"/>
              <a:gd name="connsiteY2" fmla="*/ 2039322 h 2039322"/>
              <a:gd name="connsiteX3" fmla="*/ 0 w 3601398"/>
              <a:gd name="connsiteY3" fmla="*/ 2039322 h 2039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1398" h="2039322">
                <a:moveTo>
                  <a:pt x="0" y="0"/>
                </a:moveTo>
                <a:lnTo>
                  <a:pt x="3601398" y="0"/>
                </a:lnTo>
                <a:lnTo>
                  <a:pt x="3601398" y="2039322"/>
                </a:lnTo>
                <a:lnTo>
                  <a:pt x="0" y="2039322"/>
                </a:lnTo>
                <a:close/>
              </a:path>
            </a:pathLst>
          </a:cu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FDE1EB5-001A-4105-8509-58AB806EDF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48" t="12471" r="6835" b="57793"/>
          <a:stretch>
            <a:fillRect/>
          </a:stretch>
        </p:blipFill>
        <p:spPr>
          <a:xfrm>
            <a:off x="8454962" y="855228"/>
            <a:ext cx="2903722" cy="2039322"/>
          </a:xfrm>
          <a:custGeom>
            <a:avLst/>
            <a:gdLst>
              <a:gd name="connsiteX0" fmla="*/ 0 w 2903722"/>
              <a:gd name="connsiteY0" fmla="*/ 0 h 2039322"/>
              <a:gd name="connsiteX1" fmla="*/ 2903722 w 2903722"/>
              <a:gd name="connsiteY1" fmla="*/ 0 h 2039322"/>
              <a:gd name="connsiteX2" fmla="*/ 2903722 w 2903722"/>
              <a:gd name="connsiteY2" fmla="*/ 2039322 h 2039322"/>
              <a:gd name="connsiteX3" fmla="*/ 0 w 2903722"/>
              <a:gd name="connsiteY3" fmla="*/ 2039322 h 2039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3722" h="2039322">
                <a:moveTo>
                  <a:pt x="0" y="0"/>
                </a:moveTo>
                <a:lnTo>
                  <a:pt x="2903722" y="0"/>
                </a:lnTo>
                <a:lnTo>
                  <a:pt x="2903722" y="2039322"/>
                </a:lnTo>
                <a:lnTo>
                  <a:pt x="0" y="203932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12998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95E65E-FA14-4848-912A-C892098D5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1" t="43278" r="52052" b="12509"/>
          <a:stretch>
            <a:fillRect/>
          </a:stretch>
        </p:blipFill>
        <p:spPr>
          <a:xfrm>
            <a:off x="1325432" y="2968018"/>
            <a:ext cx="4520399" cy="3032144"/>
          </a:xfrm>
          <a:custGeom>
            <a:avLst/>
            <a:gdLst>
              <a:gd name="connsiteX0" fmla="*/ 0 w 4520399"/>
              <a:gd name="connsiteY0" fmla="*/ 0 h 3032144"/>
              <a:gd name="connsiteX1" fmla="*/ 4520399 w 4520399"/>
              <a:gd name="connsiteY1" fmla="*/ 0 h 3032144"/>
              <a:gd name="connsiteX2" fmla="*/ 4520399 w 4520399"/>
              <a:gd name="connsiteY2" fmla="*/ 3032144 h 3032144"/>
              <a:gd name="connsiteX3" fmla="*/ 0 w 4520399"/>
              <a:gd name="connsiteY3" fmla="*/ 3032144 h 3032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0399" h="3032144">
                <a:moveTo>
                  <a:pt x="0" y="0"/>
                </a:moveTo>
                <a:lnTo>
                  <a:pt x="4520399" y="0"/>
                </a:lnTo>
                <a:lnTo>
                  <a:pt x="4520399" y="3032144"/>
                </a:lnTo>
                <a:lnTo>
                  <a:pt x="0" y="3032144"/>
                </a:ln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319F49-BC43-4544-BC15-227694587D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3278" r="12923" b="12509"/>
          <a:stretch>
            <a:fillRect/>
          </a:stretch>
        </p:blipFill>
        <p:spPr>
          <a:xfrm>
            <a:off x="6096001" y="2968018"/>
            <a:ext cx="4520399" cy="3032144"/>
          </a:xfrm>
          <a:custGeom>
            <a:avLst/>
            <a:gdLst>
              <a:gd name="connsiteX0" fmla="*/ 0 w 4520399"/>
              <a:gd name="connsiteY0" fmla="*/ 0 h 3032144"/>
              <a:gd name="connsiteX1" fmla="*/ 4520399 w 4520399"/>
              <a:gd name="connsiteY1" fmla="*/ 0 h 3032144"/>
              <a:gd name="connsiteX2" fmla="*/ 4520399 w 4520399"/>
              <a:gd name="connsiteY2" fmla="*/ 3032144 h 3032144"/>
              <a:gd name="connsiteX3" fmla="*/ 0 w 4520399"/>
              <a:gd name="connsiteY3" fmla="*/ 3032144 h 3032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0399" h="3032144">
                <a:moveTo>
                  <a:pt x="0" y="0"/>
                </a:moveTo>
                <a:lnTo>
                  <a:pt x="4520399" y="0"/>
                </a:lnTo>
                <a:lnTo>
                  <a:pt x="4520399" y="3032144"/>
                </a:lnTo>
                <a:lnTo>
                  <a:pt x="0" y="303214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5801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0B481F-F686-4C3C-926A-BC7EA092A9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8" t="11636" r="54855"/>
          <a:stretch>
            <a:fillRect/>
          </a:stretch>
        </p:blipFill>
        <p:spPr>
          <a:xfrm>
            <a:off x="983640" y="797996"/>
            <a:ext cx="4520398" cy="6060004"/>
          </a:xfrm>
          <a:custGeom>
            <a:avLst/>
            <a:gdLst>
              <a:gd name="connsiteX0" fmla="*/ 0 w 4520398"/>
              <a:gd name="connsiteY0" fmla="*/ 0 h 6060004"/>
              <a:gd name="connsiteX1" fmla="*/ 4520398 w 4520398"/>
              <a:gd name="connsiteY1" fmla="*/ 0 h 6060004"/>
              <a:gd name="connsiteX2" fmla="*/ 4520398 w 4520398"/>
              <a:gd name="connsiteY2" fmla="*/ 6060004 h 6060004"/>
              <a:gd name="connsiteX3" fmla="*/ 0 w 4520398"/>
              <a:gd name="connsiteY3" fmla="*/ 6060004 h 606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0398" h="6060004">
                <a:moveTo>
                  <a:pt x="0" y="0"/>
                </a:moveTo>
                <a:lnTo>
                  <a:pt x="4520398" y="0"/>
                </a:lnTo>
                <a:lnTo>
                  <a:pt x="4520398" y="6060004"/>
                </a:lnTo>
                <a:lnTo>
                  <a:pt x="0" y="606000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76888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F5D38B7-9D2D-471D-8A7B-3189FAC5C6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6" t="15255" r="71629" b="34383"/>
          <a:stretch>
            <a:fillRect/>
          </a:stretch>
        </p:blipFill>
        <p:spPr>
          <a:xfrm>
            <a:off x="1000490" y="1046172"/>
            <a:ext cx="2458450" cy="3453821"/>
          </a:xfrm>
          <a:custGeom>
            <a:avLst/>
            <a:gdLst>
              <a:gd name="connsiteX0" fmla="*/ 0 w 2458450"/>
              <a:gd name="connsiteY0" fmla="*/ 0 h 3453821"/>
              <a:gd name="connsiteX1" fmla="*/ 2458450 w 2458450"/>
              <a:gd name="connsiteY1" fmla="*/ 0 h 3453821"/>
              <a:gd name="connsiteX2" fmla="*/ 2458450 w 2458450"/>
              <a:gd name="connsiteY2" fmla="*/ 3453821 h 3453821"/>
              <a:gd name="connsiteX3" fmla="*/ 0 w 2458450"/>
              <a:gd name="connsiteY3" fmla="*/ 3453821 h 345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8450" h="3453821">
                <a:moveTo>
                  <a:pt x="0" y="0"/>
                </a:moveTo>
                <a:lnTo>
                  <a:pt x="2458450" y="0"/>
                </a:lnTo>
                <a:lnTo>
                  <a:pt x="2458450" y="3453821"/>
                </a:lnTo>
                <a:lnTo>
                  <a:pt x="0" y="3453821"/>
                </a:ln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0DD345-48D0-4BAF-B82D-B7C12EDD47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36" t="15255" r="46113" b="12334"/>
          <a:stretch>
            <a:fillRect/>
          </a:stretch>
        </p:blipFill>
        <p:spPr>
          <a:xfrm>
            <a:off x="3832626" y="1046171"/>
            <a:ext cx="2737285" cy="4965938"/>
          </a:xfrm>
          <a:custGeom>
            <a:avLst/>
            <a:gdLst>
              <a:gd name="connsiteX0" fmla="*/ 0 w 2737285"/>
              <a:gd name="connsiteY0" fmla="*/ 0 h 4965938"/>
              <a:gd name="connsiteX1" fmla="*/ 2737285 w 2737285"/>
              <a:gd name="connsiteY1" fmla="*/ 0 h 4965938"/>
              <a:gd name="connsiteX2" fmla="*/ 2737285 w 2737285"/>
              <a:gd name="connsiteY2" fmla="*/ 4965938 h 4965938"/>
              <a:gd name="connsiteX3" fmla="*/ 0 w 2737285"/>
              <a:gd name="connsiteY3" fmla="*/ 4965938 h 4965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285" h="4965938">
                <a:moveTo>
                  <a:pt x="0" y="0"/>
                </a:moveTo>
                <a:lnTo>
                  <a:pt x="2737285" y="0"/>
                </a:lnTo>
                <a:lnTo>
                  <a:pt x="2737285" y="4965938"/>
                </a:lnTo>
                <a:lnTo>
                  <a:pt x="0" y="4965938"/>
                </a:lnTo>
                <a:close/>
              </a:path>
            </a:pathLst>
          </a:cu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B9F4C5-D506-4377-B926-FBB74ECB9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06" t="15034" r="8078" b="51095"/>
          <a:stretch>
            <a:fillRect/>
          </a:stretch>
        </p:blipFill>
        <p:spPr>
          <a:xfrm>
            <a:off x="6950210" y="1031030"/>
            <a:ext cx="4256861" cy="2322898"/>
          </a:xfrm>
          <a:custGeom>
            <a:avLst/>
            <a:gdLst>
              <a:gd name="connsiteX0" fmla="*/ 0 w 4256861"/>
              <a:gd name="connsiteY0" fmla="*/ 0 h 2322898"/>
              <a:gd name="connsiteX1" fmla="*/ 4256861 w 4256861"/>
              <a:gd name="connsiteY1" fmla="*/ 0 h 2322898"/>
              <a:gd name="connsiteX2" fmla="*/ 4256861 w 4256861"/>
              <a:gd name="connsiteY2" fmla="*/ 2322898 h 2322898"/>
              <a:gd name="connsiteX3" fmla="*/ 0 w 4256861"/>
              <a:gd name="connsiteY3" fmla="*/ 2322898 h 232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6861" h="2322898">
                <a:moveTo>
                  <a:pt x="0" y="0"/>
                </a:moveTo>
                <a:lnTo>
                  <a:pt x="4256861" y="0"/>
                </a:lnTo>
                <a:lnTo>
                  <a:pt x="4256861" y="2322898"/>
                </a:lnTo>
                <a:lnTo>
                  <a:pt x="0" y="23228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39338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A9B16E-9545-4B5E-A991-47E2AEF1CE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1" t="31517" r="43720" b="22651"/>
          <a:stretch>
            <a:fillRect/>
          </a:stretch>
        </p:blipFill>
        <p:spPr>
          <a:xfrm>
            <a:off x="1280230" y="2161460"/>
            <a:ext cx="5581390" cy="3143137"/>
          </a:xfrm>
          <a:custGeom>
            <a:avLst/>
            <a:gdLst>
              <a:gd name="connsiteX0" fmla="*/ 0 w 5581390"/>
              <a:gd name="connsiteY0" fmla="*/ 0 h 3143137"/>
              <a:gd name="connsiteX1" fmla="*/ 5581390 w 5581390"/>
              <a:gd name="connsiteY1" fmla="*/ 0 h 3143137"/>
              <a:gd name="connsiteX2" fmla="*/ 5581390 w 5581390"/>
              <a:gd name="connsiteY2" fmla="*/ 3143137 h 3143137"/>
              <a:gd name="connsiteX3" fmla="*/ 0 w 5581390"/>
              <a:gd name="connsiteY3" fmla="*/ 3143137 h 3143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1390" h="3143137">
                <a:moveTo>
                  <a:pt x="0" y="0"/>
                </a:moveTo>
                <a:lnTo>
                  <a:pt x="5581390" y="0"/>
                </a:lnTo>
                <a:lnTo>
                  <a:pt x="5581390" y="3143137"/>
                </a:lnTo>
                <a:lnTo>
                  <a:pt x="0" y="31431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40009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871676-F3D7-44E2-AADF-5C49AA2667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7" t="15868" r="76116" b="50206"/>
          <a:stretch>
            <a:fillRect/>
          </a:stretch>
        </p:blipFill>
        <p:spPr>
          <a:xfrm>
            <a:off x="995726" y="1088220"/>
            <a:ext cx="1916192" cy="2326622"/>
          </a:xfrm>
          <a:custGeom>
            <a:avLst/>
            <a:gdLst>
              <a:gd name="connsiteX0" fmla="*/ 0 w 1916192"/>
              <a:gd name="connsiteY0" fmla="*/ 0 h 2326622"/>
              <a:gd name="connsiteX1" fmla="*/ 1916192 w 1916192"/>
              <a:gd name="connsiteY1" fmla="*/ 0 h 2326622"/>
              <a:gd name="connsiteX2" fmla="*/ 1916192 w 1916192"/>
              <a:gd name="connsiteY2" fmla="*/ 2326622 h 2326622"/>
              <a:gd name="connsiteX3" fmla="*/ 0 w 1916192"/>
              <a:gd name="connsiteY3" fmla="*/ 2326622 h 232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6192" h="2326622">
                <a:moveTo>
                  <a:pt x="0" y="0"/>
                </a:moveTo>
                <a:lnTo>
                  <a:pt x="1916192" y="0"/>
                </a:lnTo>
                <a:lnTo>
                  <a:pt x="1916192" y="2326622"/>
                </a:lnTo>
                <a:lnTo>
                  <a:pt x="0" y="2326622"/>
                </a:lnTo>
                <a:close/>
              </a:path>
            </a:pathLst>
          </a:cu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07E010-9B08-4D1F-8632-A63791E029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9" t="55833" r="76474" b="10242"/>
          <a:stretch>
            <a:fillRect/>
          </a:stretch>
        </p:blipFill>
        <p:spPr>
          <a:xfrm>
            <a:off x="952103" y="3828993"/>
            <a:ext cx="1916192" cy="2326622"/>
          </a:xfrm>
          <a:custGeom>
            <a:avLst/>
            <a:gdLst>
              <a:gd name="connsiteX0" fmla="*/ 0 w 1916192"/>
              <a:gd name="connsiteY0" fmla="*/ 0 h 2326622"/>
              <a:gd name="connsiteX1" fmla="*/ 1916192 w 1916192"/>
              <a:gd name="connsiteY1" fmla="*/ 0 h 2326622"/>
              <a:gd name="connsiteX2" fmla="*/ 1916192 w 1916192"/>
              <a:gd name="connsiteY2" fmla="*/ 2326622 h 2326622"/>
              <a:gd name="connsiteX3" fmla="*/ 0 w 1916192"/>
              <a:gd name="connsiteY3" fmla="*/ 2326622 h 232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6192" h="2326622">
                <a:moveTo>
                  <a:pt x="0" y="0"/>
                </a:moveTo>
                <a:lnTo>
                  <a:pt x="1916192" y="0"/>
                </a:lnTo>
                <a:lnTo>
                  <a:pt x="1916192" y="2326622"/>
                </a:lnTo>
                <a:lnTo>
                  <a:pt x="0" y="2326622"/>
                </a:lnTo>
                <a:close/>
              </a:path>
            </a:pathLst>
          </a:cu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6D68B3-63A0-4B7A-BD1A-BBA313712D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41" t="14736" r="9383" b="32718"/>
          <a:stretch>
            <a:fillRect/>
          </a:stretch>
        </p:blipFill>
        <p:spPr>
          <a:xfrm>
            <a:off x="6527659" y="1010575"/>
            <a:ext cx="4520399" cy="3603627"/>
          </a:xfrm>
          <a:custGeom>
            <a:avLst/>
            <a:gdLst>
              <a:gd name="connsiteX0" fmla="*/ 0 w 4520399"/>
              <a:gd name="connsiteY0" fmla="*/ 0 h 3603627"/>
              <a:gd name="connsiteX1" fmla="*/ 4520399 w 4520399"/>
              <a:gd name="connsiteY1" fmla="*/ 0 h 3603627"/>
              <a:gd name="connsiteX2" fmla="*/ 4520399 w 4520399"/>
              <a:gd name="connsiteY2" fmla="*/ 3603627 h 3603627"/>
              <a:gd name="connsiteX3" fmla="*/ 0 w 4520399"/>
              <a:gd name="connsiteY3" fmla="*/ 3603627 h 3603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0399" h="3603627">
                <a:moveTo>
                  <a:pt x="0" y="0"/>
                </a:moveTo>
                <a:lnTo>
                  <a:pt x="4520399" y="0"/>
                </a:lnTo>
                <a:lnTo>
                  <a:pt x="4520399" y="3603627"/>
                </a:lnTo>
                <a:lnTo>
                  <a:pt x="0" y="360362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05005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06AD63A-1F03-4540-9CDF-DB39C833A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40" r="27573" b="52266"/>
          <a:stretch>
            <a:fillRect/>
          </a:stretch>
        </p:blipFill>
        <p:spPr>
          <a:xfrm>
            <a:off x="6649543" y="0"/>
            <a:ext cx="2180713" cy="3273586"/>
          </a:xfrm>
          <a:custGeom>
            <a:avLst/>
            <a:gdLst>
              <a:gd name="connsiteX0" fmla="*/ 0 w 2180713"/>
              <a:gd name="connsiteY0" fmla="*/ 0 h 3273586"/>
              <a:gd name="connsiteX1" fmla="*/ 2180713 w 2180713"/>
              <a:gd name="connsiteY1" fmla="*/ 0 h 3273586"/>
              <a:gd name="connsiteX2" fmla="*/ 2180713 w 2180713"/>
              <a:gd name="connsiteY2" fmla="*/ 3273586 h 3273586"/>
              <a:gd name="connsiteX3" fmla="*/ 0 w 2180713"/>
              <a:gd name="connsiteY3" fmla="*/ 3273586 h 3273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0713" h="3273586">
                <a:moveTo>
                  <a:pt x="0" y="0"/>
                </a:moveTo>
                <a:lnTo>
                  <a:pt x="2180713" y="0"/>
                </a:lnTo>
                <a:lnTo>
                  <a:pt x="2180713" y="3273586"/>
                </a:lnTo>
                <a:lnTo>
                  <a:pt x="0" y="3273586"/>
                </a:ln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F8B5FA-67E6-40A0-932B-571F25822C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08" t="52651" r="8116" b="11154"/>
          <a:stretch>
            <a:fillRect/>
          </a:stretch>
        </p:blipFill>
        <p:spPr>
          <a:xfrm>
            <a:off x="6682158" y="3610779"/>
            <a:ext cx="4520399" cy="2482262"/>
          </a:xfrm>
          <a:custGeom>
            <a:avLst/>
            <a:gdLst>
              <a:gd name="connsiteX0" fmla="*/ 0 w 4520399"/>
              <a:gd name="connsiteY0" fmla="*/ 0 h 2482262"/>
              <a:gd name="connsiteX1" fmla="*/ 4520399 w 4520399"/>
              <a:gd name="connsiteY1" fmla="*/ 0 h 2482262"/>
              <a:gd name="connsiteX2" fmla="*/ 4520399 w 4520399"/>
              <a:gd name="connsiteY2" fmla="*/ 2482262 h 2482262"/>
              <a:gd name="connsiteX3" fmla="*/ 0 w 4520399"/>
              <a:gd name="connsiteY3" fmla="*/ 2482262 h 2482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0399" h="2482262">
                <a:moveTo>
                  <a:pt x="0" y="0"/>
                </a:moveTo>
                <a:lnTo>
                  <a:pt x="4520399" y="0"/>
                </a:lnTo>
                <a:lnTo>
                  <a:pt x="4520399" y="2482262"/>
                </a:lnTo>
                <a:lnTo>
                  <a:pt x="0" y="248226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58412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2E23C3-479A-4A4F-8C5F-4AA5131153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2" t="14111" r="72783" b="35527"/>
          <a:stretch>
            <a:fillRect/>
          </a:stretch>
        </p:blipFill>
        <p:spPr>
          <a:xfrm>
            <a:off x="859813" y="967741"/>
            <a:ext cx="2458450" cy="3453821"/>
          </a:xfrm>
          <a:custGeom>
            <a:avLst/>
            <a:gdLst>
              <a:gd name="connsiteX0" fmla="*/ 0 w 2458450"/>
              <a:gd name="connsiteY0" fmla="*/ 0 h 3453821"/>
              <a:gd name="connsiteX1" fmla="*/ 2458450 w 2458450"/>
              <a:gd name="connsiteY1" fmla="*/ 0 h 3453821"/>
              <a:gd name="connsiteX2" fmla="*/ 2458450 w 2458450"/>
              <a:gd name="connsiteY2" fmla="*/ 3453821 h 3453821"/>
              <a:gd name="connsiteX3" fmla="*/ 0 w 2458450"/>
              <a:gd name="connsiteY3" fmla="*/ 3453821 h 345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8450" h="3453821">
                <a:moveTo>
                  <a:pt x="0" y="0"/>
                </a:moveTo>
                <a:lnTo>
                  <a:pt x="2458450" y="0"/>
                </a:lnTo>
                <a:lnTo>
                  <a:pt x="2458450" y="3453821"/>
                </a:lnTo>
                <a:lnTo>
                  <a:pt x="0" y="3453821"/>
                </a:ln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427B9B-6BD8-476C-9761-914580F370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13" t="26801" r="48236" b="13478"/>
          <a:stretch>
            <a:fillRect/>
          </a:stretch>
        </p:blipFill>
        <p:spPr>
          <a:xfrm>
            <a:off x="3573842" y="1838016"/>
            <a:ext cx="2737285" cy="4095662"/>
          </a:xfrm>
          <a:custGeom>
            <a:avLst/>
            <a:gdLst>
              <a:gd name="connsiteX0" fmla="*/ 0 w 2737285"/>
              <a:gd name="connsiteY0" fmla="*/ 0 h 4095662"/>
              <a:gd name="connsiteX1" fmla="*/ 2737285 w 2737285"/>
              <a:gd name="connsiteY1" fmla="*/ 0 h 4095662"/>
              <a:gd name="connsiteX2" fmla="*/ 2737285 w 2737285"/>
              <a:gd name="connsiteY2" fmla="*/ 4095662 h 4095662"/>
              <a:gd name="connsiteX3" fmla="*/ 0 w 2737285"/>
              <a:gd name="connsiteY3" fmla="*/ 4095662 h 409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285" h="4095662">
                <a:moveTo>
                  <a:pt x="0" y="0"/>
                </a:moveTo>
                <a:lnTo>
                  <a:pt x="2737285" y="0"/>
                </a:lnTo>
                <a:lnTo>
                  <a:pt x="2737285" y="4095662"/>
                </a:lnTo>
                <a:lnTo>
                  <a:pt x="0" y="409566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11379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5D686C-AF58-4715-B2D3-0BF1669E22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6" t="34003" r="61671" b="32890"/>
          <a:stretch>
            <a:fillRect/>
          </a:stretch>
        </p:blipFill>
        <p:spPr>
          <a:xfrm>
            <a:off x="2402577" y="2331903"/>
            <a:ext cx="2270490" cy="2270490"/>
          </a:xfrm>
          <a:custGeom>
            <a:avLst/>
            <a:gdLst>
              <a:gd name="connsiteX0" fmla="*/ 1135245 w 2270490"/>
              <a:gd name="connsiteY0" fmla="*/ 0 h 2270490"/>
              <a:gd name="connsiteX1" fmla="*/ 2270490 w 2270490"/>
              <a:gd name="connsiteY1" fmla="*/ 1135245 h 2270490"/>
              <a:gd name="connsiteX2" fmla="*/ 1135245 w 2270490"/>
              <a:gd name="connsiteY2" fmla="*/ 2270490 h 2270490"/>
              <a:gd name="connsiteX3" fmla="*/ 0 w 2270490"/>
              <a:gd name="connsiteY3" fmla="*/ 1135245 h 2270490"/>
              <a:gd name="connsiteX4" fmla="*/ 1135245 w 2270490"/>
              <a:gd name="connsiteY4" fmla="*/ 0 h 2270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0490" h="2270490">
                <a:moveTo>
                  <a:pt x="1135245" y="0"/>
                </a:moveTo>
                <a:cubicBezTo>
                  <a:pt x="1762224" y="0"/>
                  <a:pt x="2270490" y="508266"/>
                  <a:pt x="2270490" y="1135245"/>
                </a:cubicBezTo>
                <a:cubicBezTo>
                  <a:pt x="2270490" y="1762224"/>
                  <a:pt x="1762224" y="2270490"/>
                  <a:pt x="1135245" y="2270490"/>
                </a:cubicBezTo>
                <a:cubicBezTo>
                  <a:pt x="508266" y="2270490"/>
                  <a:pt x="0" y="1762224"/>
                  <a:pt x="0" y="1135245"/>
                </a:cubicBezTo>
                <a:cubicBezTo>
                  <a:pt x="0" y="508266"/>
                  <a:pt x="508266" y="0"/>
                  <a:pt x="1135245" y="0"/>
                </a:cubicBez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A5B41C-47C9-4D4D-9648-9A5002CFE0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89" t="34003" r="40689" b="32890"/>
          <a:stretch>
            <a:fillRect/>
          </a:stretch>
        </p:blipFill>
        <p:spPr>
          <a:xfrm>
            <a:off x="4960755" y="2331903"/>
            <a:ext cx="2270490" cy="2270490"/>
          </a:xfrm>
          <a:custGeom>
            <a:avLst/>
            <a:gdLst>
              <a:gd name="connsiteX0" fmla="*/ 1135245 w 2270490"/>
              <a:gd name="connsiteY0" fmla="*/ 0 h 2270490"/>
              <a:gd name="connsiteX1" fmla="*/ 2270490 w 2270490"/>
              <a:gd name="connsiteY1" fmla="*/ 1135245 h 2270490"/>
              <a:gd name="connsiteX2" fmla="*/ 1135245 w 2270490"/>
              <a:gd name="connsiteY2" fmla="*/ 2270490 h 2270490"/>
              <a:gd name="connsiteX3" fmla="*/ 0 w 2270490"/>
              <a:gd name="connsiteY3" fmla="*/ 1135245 h 2270490"/>
              <a:gd name="connsiteX4" fmla="*/ 1135245 w 2270490"/>
              <a:gd name="connsiteY4" fmla="*/ 0 h 2270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0490" h="2270490">
                <a:moveTo>
                  <a:pt x="1135245" y="0"/>
                </a:moveTo>
                <a:cubicBezTo>
                  <a:pt x="1762224" y="0"/>
                  <a:pt x="2270490" y="508266"/>
                  <a:pt x="2270490" y="1135245"/>
                </a:cubicBezTo>
                <a:cubicBezTo>
                  <a:pt x="2270490" y="1762224"/>
                  <a:pt x="1762224" y="2270490"/>
                  <a:pt x="1135245" y="2270490"/>
                </a:cubicBezTo>
                <a:cubicBezTo>
                  <a:pt x="508266" y="2270490"/>
                  <a:pt x="0" y="1762224"/>
                  <a:pt x="0" y="1135245"/>
                </a:cubicBezTo>
                <a:cubicBezTo>
                  <a:pt x="0" y="508266"/>
                  <a:pt x="508266" y="0"/>
                  <a:pt x="1135245" y="0"/>
                </a:cubicBezTo>
                <a:close/>
              </a:path>
            </a:pathLst>
          </a:cu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EAC487-AEED-44A5-A341-546412C3C6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71" t="34003" r="19706" b="32890"/>
          <a:stretch>
            <a:fillRect/>
          </a:stretch>
        </p:blipFill>
        <p:spPr>
          <a:xfrm>
            <a:off x="7518933" y="2331903"/>
            <a:ext cx="2270490" cy="2270490"/>
          </a:xfrm>
          <a:custGeom>
            <a:avLst/>
            <a:gdLst>
              <a:gd name="connsiteX0" fmla="*/ 1135245 w 2270490"/>
              <a:gd name="connsiteY0" fmla="*/ 0 h 2270490"/>
              <a:gd name="connsiteX1" fmla="*/ 2270490 w 2270490"/>
              <a:gd name="connsiteY1" fmla="*/ 1135245 h 2270490"/>
              <a:gd name="connsiteX2" fmla="*/ 1135245 w 2270490"/>
              <a:gd name="connsiteY2" fmla="*/ 2270490 h 2270490"/>
              <a:gd name="connsiteX3" fmla="*/ 0 w 2270490"/>
              <a:gd name="connsiteY3" fmla="*/ 1135245 h 2270490"/>
              <a:gd name="connsiteX4" fmla="*/ 1135245 w 2270490"/>
              <a:gd name="connsiteY4" fmla="*/ 0 h 2270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0490" h="2270490">
                <a:moveTo>
                  <a:pt x="1135245" y="0"/>
                </a:moveTo>
                <a:cubicBezTo>
                  <a:pt x="1762224" y="0"/>
                  <a:pt x="2270490" y="508266"/>
                  <a:pt x="2270490" y="1135245"/>
                </a:cubicBezTo>
                <a:cubicBezTo>
                  <a:pt x="2270490" y="1762224"/>
                  <a:pt x="1762224" y="2270490"/>
                  <a:pt x="1135245" y="2270490"/>
                </a:cubicBezTo>
                <a:cubicBezTo>
                  <a:pt x="508266" y="2270490"/>
                  <a:pt x="0" y="1762224"/>
                  <a:pt x="0" y="1135245"/>
                </a:cubicBezTo>
                <a:cubicBezTo>
                  <a:pt x="0" y="508266"/>
                  <a:pt x="508266" y="0"/>
                  <a:pt x="1135245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729685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B9E5A6-F319-4A68-89D9-7562AD31E5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2" t="17327" r="52082" b="50917"/>
          <a:stretch>
            <a:fillRect/>
          </a:stretch>
        </p:blipFill>
        <p:spPr>
          <a:xfrm>
            <a:off x="1321811" y="1188295"/>
            <a:ext cx="4520399" cy="2177818"/>
          </a:xfrm>
          <a:custGeom>
            <a:avLst/>
            <a:gdLst>
              <a:gd name="connsiteX0" fmla="*/ 0 w 4520399"/>
              <a:gd name="connsiteY0" fmla="*/ 0 h 2177818"/>
              <a:gd name="connsiteX1" fmla="*/ 4520399 w 4520399"/>
              <a:gd name="connsiteY1" fmla="*/ 0 h 2177818"/>
              <a:gd name="connsiteX2" fmla="*/ 4520399 w 4520399"/>
              <a:gd name="connsiteY2" fmla="*/ 2177818 h 2177818"/>
              <a:gd name="connsiteX3" fmla="*/ 0 w 4520399"/>
              <a:gd name="connsiteY3" fmla="*/ 2177818 h 217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0399" h="2177818">
                <a:moveTo>
                  <a:pt x="0" y="0"/>
                </a:moveTo>
                <a:lnTo>
                  <a:pt x="4520399" y="0"/>
                </a:lnTo>
                <a:lnTo>
                  <a:pt x="4520399" y="2177818"/>
                </a:lnTo>
                <a:lnTo>
                  <a:pt x="0" y="2177818"/>
                </a:ln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BAF61D-CCE9-45A9-9198-D1170D988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41" t="38519" r="9383" b="13057"/>
          <a:stretch>
            <a:fillRect/>
          </a:stretch>
        </p:blipFill>
        <p:spPr>
          <a:xfrm>
            <a:off x="6527659" y="2641600"/>
            <a:ext cx="4520399" cy="3320977"/>
          </a:xfrm>
          <a:custGeom>
            <a:avLst/>
            <a:gdLst>
              <a:gd name="connsiteX0" fmla="*/ 0 w 4520399"/>
              <a:gd name="connsiteY0" fmla="*/ 0 h 3320977"/>
              <a:gd name="connsiteX1" fmla="*/ 4520399 w 4520399"/>
              <a:gd name="connsiteY1" fmla="*/ 0 h 3320977"/>
              <a:gd name="connsiteX2" fmla="*/ 4520399 w 4520399"/>
              <a:gd name="connsiteY2" fmla="*/ 3320977 h 3320977"/>
              <a:gd name="connsiteX3" fmla="*/ 0 w 4520399"/>
              <a:gd name="connsiteY3" fmla="*/ 3320977 h 3320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0399" h="3320977">
                <a:moveTo>
                  <a:pt x="0" y="0"/>
                </a:moveTo>
                <a:lnTo>
                  <a:pt x="4520399" y="0"/>
                </a:lnTo>
                <a:lnTo>
                  <a:pt x="4520399" y="3320977"/>
                </a:lnTo>
                <a:lnTo>
                  <a:pt x="0" y="33209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56105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A4AFC6-DFB5-4DC6-B342-94A63C2B2E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08" t="10191" r="8116" b="11154"/>
          <a:stretch>
            <a:fillRect/>
          </a:stretch>
        </p:blipFill>
        <p:spPr>
          <a:xfrm>
            <a:off x="6682158" y="698910"/>
            <a:ext cx="4520399" cy="5394133"/>
          </a:xfrm>
          <a:custGeom>
            <a:avLst/>
            <a:gdLst>
              <a:gd name="connsiteX0" fmla="*/ 0 w 4520399"/>
              <a:gd name="connsiteY0" fmla="*/ 0 h 5394133"/>
              <a:gd name="connsiteX1" fmla="*/ 4520399 w 4520399"/>
              <a:gd name="connsiteY1" fmla="*/ 0 h 5394133"/>
              <a:gd name="connsiteX2" fmla="*/ 4520399 w 4520399"/>
              <a:gd name="connsiteY2" fmla="*/ 5394133 h 5394133"/>
              <a:gd name="connsiteX3" fmla="*/ 0 w 4520399"/>
              <a:gd name="connsiteY3" fmla="*/ 5394133 h 5394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0399" h="5394133">
                <a:moveTo>
                  <a:pt x="0" y="0"/>
                </a:moveTo>
                <a:lnTo>
                  <a:pt x="4520399" y="0"/>
                </a:lnTo>
                <a:lnTo>
                  <a:pt x="4520399" y="5394133"/>
                </a:lnTo>
                <a:lnTo>
                  <a:pt x="0" y="539413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99674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C8935-E40C-4382-B6F0-4CFBBC8FCE74}" type="datetimeFigureOut">
              <a:rPr lang="pt-BR" smtClean="0"/>
              <a:t>11/04/2026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9A94-CAC5-4B53-AED3-2E05B757B7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582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63F957-E708-4E07-A36F-D2FF6565B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9E6FA-21A6-49C7-B4EE-91C3F31F8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16335-3D93-4263-9792-A0562BAFE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6FF60-CD3D-43E8-A30B-5B9967246AFB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5129D-B2D7-4933-A267-B81BC5D2E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8B205-5118-4530-8FBB-04C3C282B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26774-970C-4CBF-A397-25A2928C26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2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66" r:id="rId3"/>
    <p:sldLayoutId id="2147483665" r:id="rId4"/>
    <p:sldLayoutId id="2147483664" r:id="rId5"/>
    <p:sldLayoutId id="2147483663" r:id="rId6"/>
    <p:sldLayoutId id="2147483662" r:id="rId7"/>
    <p:sldLayoutId id="2147483661" r:id="rId8"/>
    <p:sldLayoutId id="2147483660" r:id="rId9"/>
    <p:sldLayoutId id="2147483659" r:id="rId10"/>
    <p:sldLayoutId id="2147483658" r:id="rId11"/>
    <p:sldLayoutId id="2147483657" r:id="rId12"/>
    <p:sldLayoutId id="2147483656" r:id="rId13"/>
    <p:sldLayoutId id="2147483655" r:id="rId14"/>
    <p:sldLayoutId id="2147483654" r:id="rId15"/>
    <p:sldLayoutId id="2147483653" r:id="rId16"/>
    <p:sldLayoutId id="2147483652" r:id="rId17"/>
    <p:sldLayoutId id="2147483651" r:id="rId18"/>
    <p:sldLayoutId id="2147483650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B2DE3-1ACD-3640-8A81-E839D83B4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BC12496-1A48-78A7-5165-85C2F4C4EE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2209F31C-3611-0CE5-0041-BAFE8ACB16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" y="2780"/>
          <a:ext cx="12211049" cy="6855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12825060" imgH="7206603" progId="CorelDraw.Graphic.23">
                  <p:embed/>
                </p:oleObj>
              </mc:Choice>
              <mc:Fallback>
                <p:oleObj name="CorelDRAW" r:id="rId2" imgW="12825060" imgH="7206603" progId="CorelDraw.Graphic.23">
                  <p:embed/>
                  <p:pic>
                    <p:nvPicPr>
                      <p:cNvPr id="3" name="Objeto 2">
                        <a:extLst>
                          <a:ext uri="{FF2B5EF4-FFF2-40B4-BE49-F238E27FC236}">
                            <a16:creationId xmlns:a16="http://schemas.microsoft.com/office/drawing/2014/main" id="{EA2C541E-6BE2-33BB-0F14-9022760EF1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" y="2780"/>
                        <a:ext cx="12211049" cy="6855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" name="Gráfico 40" descr="Presente estrutura de tópicos">
            <a:extLst>
              <a:ext uri="{FF2B5EF4-FFF2-40B4-BE49-F238E27FC236}">
                <a16:creationId xmlns:a16="http://schemas.microsoft.com/office/drawing/2014/main" id="{58642DD3-04F3-A63F-508A-AAD6431856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363080">
            <a:off x="408836" y="292772"/>
            <a:ext cx="595398" cy="595398"/>
          </a:xfrm>
          <a:prstGeom prst="rect">
            <a:avLst/>
          </a:prstGeom>
        </p:spPr>
      </p:pic>
      <p:sp>
        <p:nvSpPr>
          <p:cNvPr id="44" name="TextBox 12">
            <a:extLst>
              <a:ext uri="{FF2B5EF4-FFF2-40B4-BE49-F238E27FC236}">
                <a16:creationId xmlns:a16="http://schemas.microsoft.com/office/drawing/2014/main" id="{380A4EBC-1582-21CB-3BA6-47B0DD6443FC}"/>
              </a:ext>
            </a:extLst>
          </p:cNvPr>
          <p:cNvSpPr txBox="1"/>
          <p:nvPr/>
        </p:nvSpPr>
        <p:spPr>
          <a:xfrm>
            <a:off x="194851" y="2721114"/>
            <a:ext cx="58164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{{</a:t>
            </a:r>
            <a:r>
              <a:rPr lang="pt-BR" sz="4000" b="1" dirty="0" err="1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item_name</a:t>
            </a:r>
            <a:r>
              <a:rPr lang="pt-BR" sz="4000" b="1" dirty="0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}}</a:t>
            </a: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0E368F2E-CF46-29DF-E7D9-31773DCBE226}"/>
              </a:ext>
            </a:extLst>
          </p:cNvPr>
          <p:cNvSpPr txBox="1"/>
          <p:nvPr/>
        </p:nvSpPr>
        <p:spPr>
          <a:xfrm>
            <a:off x="1204333" y="3340475"/>
            <a:ext cx="4320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373737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{{</a:t>
            </a:r>
            <a:r>
              <a:rPr lang="pt-BR" sz="4000" b="1" dirty="0" err="1">
                <a:solidFill>
                  <a:srgbClr val="373737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item_subtitle</a:t>
            </a:r>
            <a:r>
              <a:rPr lang="pt-BR" sz="4000" b="1" dirty="0">
                <a:solidFill>
                  <a:srgbClr val="373737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}}</a:t>
            </a:r>
            <a:endParaRPr lang="en-US" sz="4000" b="1" dirty="0">
              <a:solidFill>
                <a:srgbClr val="373737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9FF82FE8-7A25-971C-5693-D5280A78E506}"/>
              </a:ext>
            </a:extLst>
          </p:cNvPr>
          <p:cNvSpPr txBox="1"/>
          <p:nvPr/>
        </p:nvSpPr>
        <p:spPr>
          <a:xfrm>
            <a:off x="-166341" y="820398"/>
            <a:ext cx="4294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{{</a:t>
            </a:r>
            <a:r>
              <a:rPr lang="pt-BR" sz="3200" b="1" dirty="0" err="1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item_display_index</a:t>
            </a:r>
            <a:r>
              <a:rPr lang="pt-BR" sz="3200" b="1" dirty="0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}}</a:t>
            </a:r>
            <a:endParaRPr lang="en-US" sz="3200" b="1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AutoShape 6" descr="Prismas Com Imã Numerados 1 Ao 100 Personalizados">
            <a:extLst>
              <a:ext uri="{FF2B5EF4-FFF2-40B4-BE49-F238E27FC236}">
                <a16:creationId xmlns:a16="http://schemas.microsoft.com/office/drawing/2014/main" id="{FCED9D33-5348-FBEE-BA53-FB01F3E568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3" name="item_image">
            <a:extLst>
              <a:ext uri="{FF2B5EF4-FFF2-40B4-BE49-F238E27FC236}">
                <a16:creationId xmlns:a16="http://schemas.microsoft.com/office/drawing/2014/main" id="{06A3E26D-FEF9-4C92-8BD7-9CB793AB1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95" y="2021853"/>
            <a:ext cx="4457606" cy="281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136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 descr="Padrão do plano de fundo&#10;&#10;Descrição gerada automaticamente">
            <a:extLst>
              <a:ext uri="{FF2B5EF4-FFF2-40B4-BE49-F238E27FC236}">
                <a16:creationId xmlns:a16="http://schemas.microsoft.com/office/drawing/2014/main" id="{75AA33C6-5B25-A1A4-F968-35E9DA166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7FFB4D85-3EBD-B987-5042-CFE7E4BAA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407922"/>
              </p:ext>
            </p:extLst>
          </p:nvPr>
        </p:nvGraphicFramePr>
        <p:xfrm>
          <a:off x="985838" y="230204"/>
          <a:ext cx="10106024" cy="601312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681709">
                  <a:extLst>
                    <a:ext uri="{9D8B030D-6E8A-4147-A177-3AD203B41FA5}">
                      <a16:colId xmlns:a16="http://schemas.microsoft.com/office/drawing/2014/main" val="3445346973"/>
                    </a:ext>
                  </a:extLst>
                </a:gridCol>
                <a:gridCol w="1681709">
                  <a:extLst>
                    <a:ext uri="{9D8B030D-6E8A-4147-A177-3AD203B41FA5}">
                      <a16:colId xmlns:a16="http://schemas.microsoft.com/office/drawing/2014/main" val="1935035118"/>
                    </a:ext>
                  </a:extLst>
                </a:gridCol>
                <a:gridCol w="2326668">
                  <a:extLst>
                    <a:ext uri="{9D8B030D-6E8A-4147-A177-3AD203B41FA5}">
                      <a16:colId xmlns:a16="http://schemas.microsoft.com/office/drawing/2014/main" val="136867568"/>
                    </a:ext>
                  </a:extLst>
                </a:gridCol>
                <a:gridCol w="1035260">
                  <a:extLst>
                    <a:ext uri="{9D8B030D-6E8A-4147-A177-3AD203B41FA5}">
                      <a16:colId xmlns:a16="http://schemas.microsoft.com/office/drawing/2014/main" val="2015775941"/>
                    </a:ext>
                  </a:extLst>
                </a:gridCol>
                <a:gridCol w="1690339">
                  <a:extLst>
                    <a:ext uri="{9D8B030D-6E8A-4147-A177-3AD203B41FA5}">
                      <a16:colId xmlns:a16="http://schemas.microsoft.com/office/drawing/2014/main" val="3225325483"/>
                    </a:ext>
                  </a:extLst>
                </a:gridCol>
                <a:gridCol w="1690339">
                  <a:extLst>
                    <a:ext uri="{9D8B030D-6E8A-4147-A177-3AD203B41FA5}">
                      <a16:colId xmlns:a16="http://schemas.microsoft.com/office/drawing/2014/main" val="3581228500"/>
                    </a:ext>
                  </a:extLst>
                </a:gridCol>
              </a:tblGrid>
              <a:tr h="213270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bg2"/>
                          </a:solidFill>
                        </a:rPr>
                        <a:t>Item</a:t>
                      </a:r>
                    </a:p>
                  </a:txBody>
                  <a:tcPr marL="87297" marR="87297" marT="43648" marB="436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bg2"/>
                          </a:solidFill>
                        </a:rPr>
                        <a:t>Código</a:t>
                      </a:r>
                    </a:p>
                  </a:txBody>
                  <a:tcPr marL="87297" marR="87297" marT="43648" marB="436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bg2"/>
                          </a:solidFill>
                        </a:rPr>
                        <a:t>Descrição do Item</a:t>
                      </a:r>
                    </a:p>
                  </a:txBody>
                  <a:tcPr marL="87297" marR="87297" marT="43648" marB="436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bg2"/>
                          </a:solidFill>
                        </a:rPr>
                        <a:t>Valor</a:t>
                      </a:r>
                    </a:p>
                  </a:txBody>
                  <a:tcPr marL="87297" marR="87297" marT="43648" marB="436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err="1">
                          <a:solidFill>
                            <a:schemeClr val="bg2"/>
                          </a:solidFill>
                        </a:rPr>
                        <a:t>QTD</a:t>
                      </a:r>
                      <a:endParaRPr lang="pt-BR" sz="1000" dirty="0">
                        <a:solidFill>
                          <a:schemeClr val="bg2"/>
                        </a:solidFill>
                      </a:endParaRPr>
                    </a:p>
                  </a:txBody>
                  <a:tcPr marL="87297" marR="87297" marT="43648" marB="436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err="1">
                          <a:solidFill>
                            <a:schemeClr val="bg2"/>
                          </a:solidFill>
                        </a:rPr>
                        <a:t>SubTotal</a:t>
                      </a:r>
                      <a:endParaRPr lang="pt-BR" sz="1000" dirty="0">
                        <a:solidFill>
                          <a:schemeClr val="bg2"/>
                        </a:solidFill>
                      </a:endParaRPr>
                    </a:p>
                  </a:txBody>
                  <a:tcPr marL="87297" marR="87297" marT="43648" marB="43648" anchor="ctr"/>
                </a:tc>
                <a:extLst>
                  <a:ext uri="{0D108BD9-81ED-4DB2-BD59-A6C34878D82A}">
                    <a16:rowId xmlns:a16="http://schemas.microsoft.com/office/drawing/2014/main" val="2653028731"/>
                  </a:ext>
                </a:extLst>
              </a:tr>
              <a:tr h="341599">
                <a:tc>
                  <a:txBody>
                    <a:bodyPr/>
                    <a:lstStyle/>
                    <a:p>
                      <a:pPr algn="ctr"/>
                      <a:r>
                        <a:rPr lang="pt-BR" sz="900" dirty="0">
                          <a:solidFill>
                            <a:schemeClr val="bg2"/>
                          </a:solidFill>
                        </a:rPr>
                        <a:t>{{</a:t>
                      </a:r>
                      <a:r>
                        <a:rPr lang="pt-BR" sz="900" dirty="0" err="1">
                          <a:solidFill>
                            <a:schemeClr val="bg2"/>
                          </a:solidFill>
                        </a:rPr>
                        <a:t>item_display_index</a:t>
                      </a:r>
                      <a:r>
                        <a:rPr lang="pt-BR" sz="900" dirty="0">
                          <a:solidFill>
                            <a:schemeClr val="bg2"/>
                          </a:solidFill>
                        </a:rPr>
                        <a:t>}}</a:t>
                      </a:r>
                    </a:p>
                  </a:txBody>
                  <a:tcPr marL="87297" marR="87297" marT="43648" marB="436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chemeClr val="bg2"/>
                          </a:solidFill>
                        </a:rPr>
                        <a:t>{{</a:t>
                      </a:r>
                      <a:r>
                        <a:rPr lang="pt-BR" sz="900" b="1" dirty="0" err="1">
                          <a:solidFill>
                            <a:schemeClr val="bg2"/>
                          </a:solidFill>
                        </a:rPr>
                        <a:t>item_code</a:t>
                      </a:r>
                      <a:r>
                        <a:rPr lang="pt-BR" sz="900" b="1" dirty="0">
                          <a:solidFill>
                            <a:schemeClr val="bg2"/>
                          </a:solidFill>
                        </a:rPr>
                        <a:t>}}</a:t>
                      </a:r>
                    </a:p>
                  </a:txBody>
                  <a:tcPr marL="87297" marR="87297" marT="43648" marB="436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pt-BR" sz="800" b="1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item_description</a:t>
                      </a:r>
                      <a:r>
                        <a:rPr lang="pt-BR" sz="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87297" marR="87297" marT="43648" marB="4364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 dirty="0">
                          <a:solidFill>
                            <a:schemeClr val="bg2"/>
                          </a:solidFill>
                        </a:rPr>
                        <a:t>{{</a:t>
                      </a:r>
                      <a:r>
                        <a:rPr lang="pt-BR" sz="900" b="1" dirty="0" err="1">
                          <a:solidFill>
                            <a:schemeClr val="bg2"/>
                          </a:solidFill>
                        </a:rPr>
                        <a:t>unit_price</a:t>
                      </a:r>
                      <a:r>
                        <a:rPr lang="pt-BR" sz="900" b="1" dirty="0">
                          <a:solidFill>
                            <a:schemeClr val="bg2"/>
                          </a:solidFill>
                        </a:rPr>
                        <a:t>}}</a:t>
                      </a:r>
                    </a:p>
                    <a:p>
                      <a:pPr algn="ctr"/>
                      <a:endParaRPr lang="pt-BR" sz="900" dirty="0">
                        <a:solidFill>
                          <a:schemeClr val="bg2"/>
                        </a:solidFill>
                      </a:endParaRPr>
                    </a:p>
                  </a:txBody>
                  <a:tcPr marL="87297" marR="87297" marT="43648" marB="436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chemeClr val="bg2"/>
                          </a:solidFill>
                        </a:rPr>
                        <a:t>{{</a:t>
                      </a:r>
                      <a:r>
                        <a:rPr lang="pt-BR" sz="900" b="1" dirty="0" err="1">
                          <a:solidFill>
                            <a:schemeClr val="bg2"/>
                          </a:solidFill>
                        </a:rPr>
                        <a:t>quantity</a:t>
                      </a:r>
                      <a:r>
                        <a:rPr lang="pt-BR" sz="900" b="1" dirty="0">
                          <a:solidFill>
                            <a:schemeClr val="bg2"/>
                          </a:solidFill>
                        </a:rPr>
                        <a:t>}}</a:t>
                      </a:r>
                    </a:p>
                  </a:txBody>
                  <a:tcPr marL="87297" marR="87297" marT="43648" marB="436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>
                          <a:solidFill>
                            <a:schemeClr val="bg2"/>
                          </a:solidFill>
                        </a:rPr>
                        <a:t>{{</a:t>
                      </a:r>
                      <a:r>
                        <a:rPr lang="pt-BR" sz="900" dirty="0" err="1">
                          <a:solidFill>
                            <a:schemeClr val="bg2"/>
                          </a:solidFill>
                        </a:rPr>
                        <a:t>item_total</a:t>
                      </a:r>
                      <a:r>
                        <a:rPr lang="pt-BR" sz="900" dirty="0">
                          <a:solidFill>
                            <a:schemeClr val="bg2"/>
                          </a:solidFill>
                        </a:rPr>
                        <a:t>}}</a:t>
                      </a:r>
                    </a:p>
                  </a:txBody>
                  <a:tcPr marL="87297" marR="87297" marT="43648" marB="43648" anchor="ctr"/>
                </a:tc>
                <a:extLst>
                  <a:ext uri="{0D108BD9-81ED-4DB2-BD59-A6C34878D82A}">
                    <a16:rowId xmlns:a16="http://schemas.microsoft.com/office/drawing/2014/main" val="713277502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E91601CD-98AE-AA60-A59B-7648ACEC5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998214"/>
              </p:ext>
            </p:extLst>
          </p:nvPr>
        </p:nvGraphicFramePr>
        <p:xfrm>
          <a:off x="3100029" y="4372840"/>
          <a:ext cx="6125530" cy="1627394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062765">
                  <a:extLst>
                    <a:ext uri="{9D8B030D-6E8A-4147-A177-3AD203B41FA5}">
                      <a16:colId xmlns:a16="http://schemas.microsoft.com/office/drawing/2014/main" val="3445346973"/>
                    </a:ext>
                  </a:extLst>
                </a:gridCol>
                <a:gridCol w="3062765">
                  <a:extLst>
                    <a:ext uri="{9D8B030D-6E8A-4147-A177-3AD203B41FA5}">
                      <a16:colId xmlns:a16="http://schemas.microsoft.com/office/drawing/2014/main" val="136867568"/>
                    </a:ext>
                  </a:extLst>
                </a:gridCol>
              </a:tblGrid>
              <a:tr h="326971">
                <a:tc>
                  <a:txBody>
                    <a:bodyPr/>
                    <a:lstStyle/>
                    <a:p>
                      <a:r>
                        <a:rPr lang="pt-BR" sz="1700" dirty="0">
                          <a:solidFill>
                            <a:schemeClr val="bg2"/>
                          </a:solidFill>
                        </a:rPr>
                        <a:t>VALOR TOTAL:</a:t>
                      </a:r>
                    </a:p>
                  </a:txBody>
                  <a:tcPr marL="87297" marR="87297" marT="43648" marB="43648"/>
                </a:tc>
                <a:tc>
                  <a:txBody>
                    <a:bodyPr/>
                    <a:lstStyle/>
                    <a:p>
                      <a:r>
                        <a:rPr lang="pt-BR" sz="1700" dirty="0">
                          <a:solidFill>
                            <a:schemeClr val="bg2"/>
                          </a:solidFill>
                        </a:rPr>
                        <a:t>{{</a:t>
                      </a:r>
                      <a:r>
                        <a:rPr lang="pt-BR" sz="1700" dirty="0" err="1">
                          <a:solidFill>
                            <a:schemeClr val="bg2"/>
                          </a:solidFill>
                        </a:rPr>
                        <a:t>section_total</a:t>
                      </a:r>
                      <a:r>
                        <a:rPr lang="pt-BR" sz="1700" dirty="0">
                          <a:solidFill>
                            <a:schemeClr val="bg2"/>
                          </a:solidFill>
                        </a:rPr>
                        <a:t>}}</a:t>
                      </a:r>
                    </a:p>
                  </a:txBody>
                  <a:tcPr marL="87297" marR="87297" marT="43648" marB="43648"/>
                </a:tc>
                <a:extLst>
                  <a:ext uri="{0D108BD9-81ED-4DB2-BD59-A6C34878D82A}">
                    <a16:rowId xmlns:a16="http://schemas.microsoft.com/office/drawing/2014/main" val="3038232302"/>
                  </a:ext>
                </a:extLst>
              </a:tr>
              <a:tr h="326971">
                <a:tc>
                  <a:txBody>
                    <a:bodyPr/>
                    <a:lstStyle/>
                    <a:p>
                      <a:r>
                        <a:rPr lang="pt-BR" sz="1700">
                          <a:solidFill>
                            <a:schemeClr val="bg2"/>
                          </a:solidFill>
                        </a:rPr>
                        <a:t>Frete</a:t>
                      </a:r>
                      <a:endParaRPr lang="pt-BR" sz="1700" dirty="0">
                        <a:solidFill>
                          <a:schemeClr val="bg2"/>
                        </a:solidFill>
                      </a:endParaRPr>
                    </a:p>
                  </a:txBody>
                  <a:tcPr marL="87297" marR="87297" marT="43648" marB="43648"/>
                </a:tc>
                <a:tc>
                  <a:txBody>
                    <a:bodyPr/>
                    <a:lstStyle/>
                    <a:p>
                      <a:r>
                        <a:rPr lang="pt-BR" sz="1700" b="1" dirty="0">
                          <a:solidFill>
                            <a:schemeClr val="bg2"/>
                          </a:solidFill>
                        </a:rPr>
                        <a:t>{{</a:t>
                      </a:r>
                      <a:r>
                        <a:rPr lang="pt-BR" sz="1700" b="1" dirty="0" err="1">
                          <a:solidFill>
                            <a:schemeClr val="bg2"/>
                          </a:solidFill>
                        </a:rPr>
                        <a:t>freight</a:t>
                      </a:r>
                      <a:r>
                        <a:rPr lang="pt-BR" sz="1700" b="1" dirty="0">
                          <a:solidFill>
                            <a:schemeClr val="bg2"/>
                          </a:solidFill>
                        </a:rPr>
                        <a:t>}}</a:t>
                      </a:r>
                    </a:p>
                  </a:txBody>
                  <a:tcPr marL="87297" marR="87297" marT="43648" marB="43648"/>
                </a:tc>
                <a:extLst>
                  <a:ext uri="{0D108BD9-81ED-4DB2-BD59-A6C34878D82A}">
                    <a16:rowId xmlns:a16="http://schemas.microsoft.com/office/drawing/2014/main" val="2099808309"/>
                  </a:ext>
                </a:extLst>
              </a:tr>
              <a:tr h="326971">
                <a:tc>
                  <a:txBody>
                    <a:bodyPr/>
                    <a:lstStyle/>
                    <a:p>
                      <a:r>
                        <a:rPr lang="pt-BR" sz="1700" dirty="0">
                          <a:solidFill>
                            <a:schemeClr val="bg2"/>
                          </a:solidFill>
                        </a:rPr>
                        <a:t>Forma de Pagamento</a:t>
                      </a:r>
                    </a:p>
                  </a:txBody>
                  <a:tcPr marL="87297" marR="87297" marT="43648" marB="43648"/>
                </a:tc>
                <a:tc>
                  <a:txBody>
                    <a:bodyPr/>
                    <a:lstStyle/>
                    <a:p>
                      <a:r>
                        <a:rPr lang="pt-BR" sz="1700" dirty="0">
                          <a:solidFill>
                            <a:schemeClr val="bg2"/>
                          </a:solidFill>
                        </a:rPr>
                        <a:t>{{</a:t>
                      </a:r>
                      <a:r>
                        <a:rPr lang="pt-BR" sz="1700" dirty="0" err="1">
                          <a:solidFill>
                            <a:schemeClr val="bg2"/>
                          </a:solidFill>
                        </a:rPr>
                        <a:t>payment_method</a:t>
                      </a:r>
                      <a:r>
                        <a:rPr lang="pt-BR" sz="1700" dirty="0">
                          <a:solidFill>
                            <a:schemeClr val="bg2"/>
                          </a:solidFill>
                        </a:rPr>
                        <a:t>}}</a:t>
                      </a:r>
                    </a:p>
                  </a:txBody>
                  <a:tcPr marL="87297" marR="87297" marT="43648" marB="43648"/>
                </a:tc>
                <a:extLst>
                  <a:ext uri="{0D108BD9-81ED-4DB2-BD59-A6C34878D82A}">
                    <a16:rowId xmlns:a16="http://schemas.microsoft.com/office/drawing/2014/main" val="2782301604"/>
                  </a:ext>
                </a:extLst>
              </a:tr>
              <a:tr h="588266">
                <a:tc>
                  <a:txBody>
                    <a:bodyPr/>
                    <a:lstStyle/>
                    <a:p>
                      <a:r>
                        <a:rPr lang="pt-BR" sz="3200">
                          <a:solidFill>
                            <a:schemeClr val="bg2"/>
                          </a:solidFill>
                        </a:rPr>
                        <a:t>Prazo de entrega:</a:t>
                      </a:r>
                      <a:endParaRPr lang="pt-BR" sz="3200" dirty="0">
                        <a:solidFill>
                          <a:schemeClr val="bg2"/>
                        </a:solidFill>
                      </a:endParaRPr>
                    </a:p>
                  </a:txBody>
                  <a:tcPr marL="87297" marR="87297" marT="43648" marB="43648"/>
                </a:tc>
                <a:tc>
                  <a:txBody>
                    <a:bodyPr/>
                    <a:lstStyle/>
                    <a:p>
                      <a:r>
                        <a:rPr lang="pt-BR" sz="3200" dirty="0">
                          <a:solidFill>
                            <a:schemeClr val="bg2"/>
                          </a:solidFill>
                        </a:rPr>
                        <a:t>{{</a:t>
                      </a:r>
                      <a:r>
                        <a:rPr lang="pt-BR" sz="3200" dirty="0" err="1">
                          <a:solidFill>
                            <a:schemeClr val="bg2"/>
                          </a:solidFill>
                        </a:rPr>
                        <a:t>delivery_date</a:t>
                      </a:r>
                      <a:r>
                        <a:rPr lang="pt-BR" sz="3200" dirty="0">
                          <a:solidFill>
                            <a:schemeClr val="bg2"/>
                          </a:solidFill>
                        </a:rPr>
                        <a:t>}}</a:t>
                      </a:r>
                    </a:p>
                  </a:txBody>
                  <a:tcPr marL="87297" marR="87297" marT="43648" marB="43648"/>
                </a:tc>
                <a:extLst>
                  <a:ext uri="{0D108BD9-81ED-4DB2-BD59-A6C34878D82A}">
                    <a16:rowId xmlns:a16="http://schemas.microsoft.com/office/drawing/2014/main" val="1398966270"/>
                  </a:ext>
                </a:extLst>
              </a:tr>
            </a:tbl>
          </a:graphicData>
        </a:graphic>
      </p:graphicFrame>
      <p:pic>
        <p:nvPicPr>
          <p:cNvPr id="21" name="Imagem 20" descr="Imagem digital fictícia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F8E54C80-9119-F1D3-CFEB-A0A85ADF10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45" y="4812232"/>
            <a:ext cx="1659139" cy="197200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CA91D29-232A-87C0-5E5E-10C1A5520486}"/>
              </a:ext>
            </a:extLst>
          </p:cNvPr>
          <p:cNvSpPr txBox="1"/>
          <p:nvPr/>
        </p:nvSpPr>
        <p:spPr>
          <a:xfrm>
            <a:off x="2142779" y="6400530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bg2"/>
                </a:solidFill>
              </a:rPr>
              <a:t>NOSSO </a:t>
            </a:r>
            <a:r>
              <a:rPr lang="pt-BR" dirty="0">
                <a:solidFill>
                  <a:schemeClr val="bg2"/>
                </a:solidFill>
              </a:rPr>
              <a:t>CNPJ: 38.014.733/0001-58 </a:t>
            </a:r>
            <a:endParaRPr lang="pt-BR" sz="1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5067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D8D8D8"/>
      </a:accent1>
      <a:accent2>
        <a:srgbClr val="A5A5A5"/>
      </a:accent2>
      <a:accent3>
        <a:srgbClr val="7F7F7F"/>
      </a:accent3>
      <a:accent4>
        <a:srgbClr val="CC3300"/>
      </a:accent4>
      <a:accent5>
        <a:srgbClr val="262626"/>
      </a:accent5>
      <a:accent6>
        <a:srgbClr val="7F7F7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Ninja 4</Template>
  <TotalTime>22458</TotalTime>
  <Words>88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Source Sans Pro</vt:lpstr>
      <vt:lpstr>Tema do Office</vt:lpstr>
      <vt:lpstr>CorelDRAW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Ferrigno</dc:creator>
  <cp:lastModifiedBy>Weverton Cruz</cp:lastModifiedBy>
  <cp:revision>124</cp:revision>
  <dcterms:created xsi:type="dcterms:W3CDTF">2024-03-27T16:40:36Z</dcterms:created>
  <dcterms:modified xsi:type="dcterms:W3CDTF">2026-04-11T23:02:32Z</dcterms:modified>
</cp:coreProperties>
</file>